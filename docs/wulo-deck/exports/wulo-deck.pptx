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ulo.ai/" TargetMode="External"/><Relationship Id="rId4" Type="http://schemas.openxmlformats.org/officeDocument/2006/relationships/hyperlink" Target="https://www.youtube.com/watch?v=EPKsGBDSeac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755848" y="445690"/>
            <a:ext cx="703659" cy="2827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755848" y="6446341"/>
            <a:ext cx="2145010" cy="139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executive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appr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os-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admin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data-contr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realtime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phoneme-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what-br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